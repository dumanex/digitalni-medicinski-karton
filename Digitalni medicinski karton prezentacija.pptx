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66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>
        <p:scale>
          <a:sx n="180" d="100"/>
          <a:sy n="180" d="100"/>
        </p:scale>
        <p:origin x="106" y="-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6F6-5755-4C03-9D33-CDCD7E59A96D}" type="datetimeFigureOut">
              <a:rPr lang="sr-Latn-RS" smtClean="0"/>
              <a:t>12.9.2024.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FF2D-58BF-4576-9474-B8704F85CC92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837216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6F6-5755-4C03-9D33-CDCD7E59A96D}" type="datetimeFigureOut">
              <a:rPr lang="sr-Latn-RS" smtClean="0"/>
              <a:t>12.9.2024.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FF2D-58BF-4576-9474-B8704F85CC92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83702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6F6-5755-4C03-9D33-CDCD7E59A96D}" type="datetimeFigureOut">
              <a:rPr lang="sr-Latn-RS" smtClean="0"/>
              <a:t>12.9.2024.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FF2D-58BF-4576-9474-B8704F85CC92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436657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6F6-5755-4C03-9D33-CDCD7E59A96D}" type="datetimeFigureOut">
              <a:rPr lang="sr-Latn-RS" smtClean="0"/>
              <a:t>12.9.2024.</a:t>
            </a:fld>
            <a:endParaRPr lang="sr-Latn-R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FF2D-58BF-4576-9474-B8704F85CC92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08461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6F6-5755-4C03-9D33-CDCD7E59A96D}" type="datetimeFigureOut">
              <a:rPr lang="sr-Latn-RS" smtClean="0"/>
              <a:t>12.9.2024.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FF2D-58BF-4576-9474-B8704F85CC92}" type="slidenum">
              <a:rPr lang="sr-Latn-RS" smtClean="0"/>
              <a:t>‹#›</a:t>
            </a:fld>
            <a:endParaRPr lang="sr-Latn-R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55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6F6-5755-4C03-9D33-CDCD7E59A96D}" type="datetimeFigureOut">
              <a:rPr lang="sr-Latn-RS" smtClean="0"/>
              <a:t>12.9.2024.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FF2D-58BF-4576-9474-B8704F85CC92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3120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6F6-5755-4C03-9D33-CDCD7E59A96D}" type="datetimeFigureOut">
              <a:rPr lang="sr-Latn-RS" smtClean="0"/>
              <a:t>12.9.2024.</a:t>
            </a:fld>
            <a:endParaRPr lang="sr-Latn-R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FF2D-58BF-4576-9474-B8704F85CC92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828763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6F6-5755-4C03-9D33-CDCD7E59A96D}" type="datetimeFigureOut">
              <a:rPr lang="sr-Latn-RS" smtClean="0"/>
              <a:t>12.9.2024.</a:t>
            </a:fld>
            <a:endParaRPr lang="sr-Latn-R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sr-Latn-R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FF2D-58BF-4576-9474-B8704F85CC92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21509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A32A6F6-5755-4C03-9D33-CDCD7E59A96D}" type="datetimeFigureOut">
              <a:rPr lang="sr-Latn-RS" smtClean="0"/>
              <a:t>12.9.2024.</a:t>
            </a:fld>
            <a:endParaRPr lang="sr-Latn-R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sr-Latn-R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FF2D-58BF-4576-9474-B8704F85CC92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55088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6F6-5755-4C03-9D33-CDCD7E59A96D}" type="datetimeFigureOut">
              <a:rPr lang="sr-Latn-RS" smtClean="0"/>
              <a:t>12.9.2024.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FF2D-58BF-4576-9474-B8704F85CC92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7477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6F6-5755-4C03-9D33-CDCD7E59A96D}" type="datetimeFigureOut">
              <a:rPr lang="sr-Latn-RS" smtClean="0"/>
              <a:t>12.9.2024.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FF2D-58BF-4576-9474-B8704F85CC92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417972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A32A6F6-5755-4C03-9D33-CDCD7E59A96D}" type="datetimeFigureOut">
              <a:rPr lang="sr-Latn-RS" smtClean="0"/>
              <a:t>12.9.2024.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DE8FF2D-58BF-4576-9474-B8704F85CC92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53559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878E-4CDD-6962-F4D9-D376A2BA46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/>
              <a:t>Digitalni medicinski karton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F8741A-2FD0-A62D-3375-87F54C69F9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/>
              <a:t>Dumanović Vadimir 47/2022</a:t>
            </a:r>
          </a:p>
        </p:txBody>
      </p:sp>
    </p:spTree>
    <p:extLst>
      <p:ext uri="{BB962C8B-B14F-4D97-AF65-F5344CB8AC3E}">
        <p14:creationId xmlns:p14="http://schemas.microsoft.com/office/powerpoint/2010/main" val="3520118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computer screen shot of a computer">
            <a:extLst>
              <a:ext uri="{FF2B5EF4-FFF2-40B4-BE49-F238E27FC236}">
                <a16:creationId xmlns:a16="http://schemas.microsoft.com/office/drawing/2014/main" id="{A7FF8B70-C95B-DD7A-E63B-CD0E2E8BB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43"/>
            <a:ext cx="12192000" cy="685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09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447CE-20F8-A2D8-3F12-50100C217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736" y="603971"/>
            <a:ext cx="10141256" cy="5656870"/>
          </a:xfrm>
        </p:spPr>
        <p:txBody>
          <a:bodyPr>
            <a:normAutofit/>
          </a:bodyPr>
          <a:lstStyle/>
          <a:p>
            <a:r>
              <a:rPr lang="sr-Latn-RS" sz="2400"/>
              <a:t>Program omogućava da korisnik, koji rukuje programom, ima sledeće opcije:</a:t>
            </a:r>
          </a:p>
          <a:p>
            <a:pPr marL="342900" indent="-342900">
              <a:buFont typeface="+mj-lt"/>
              <a:buAutoNum type="arabicPeriod"/>
            </a:pPr>
            <a:r>
              <a:rPr lang="sr-Latn-RS" sz="2400"/>
              <a:t>Dodavanje pacijenta</a:t>
            </a:r>
          </a:p>
          <a:p>
            <a:pPr marL="342900" indent="-342900">
              <a:buFont typeface="+mj-lt"/>
              <a:buAutoNum type="arabicPeriod"/>
            </a:pPr>
            <a:r>
              <a:rPr lang="sr-Latn-RS" sz="2400"/>
              <a:t>Dodavanje doktora</a:t>
            </a:r>
          </a:p>
          <a:p>
            <a:pPr marL="342900" indent="-342900">
              <a:buFont typeface="+mj-lt"/>
              <a:buAutoNum type="arabicPeriod"/>
            </a:pPr>
            <a:r>
              <a:rPr lang="sr-Latn-RS" sz="2400"/>
              <a:t>Dodavanje leka</a:t>
            </a:r>
          </a:p>
          <a:p>
            <a:pPr marL="342900" indent="-342900">
              <a:buFont typeface="+mj-lt"/>
              <a:buAutoNum type="arabicPeriod"/>
            </a:pPr>
            <a:r>
              <a:rPr lang="sr-Latn-RS" sz="2400"/>
              <a:t>Zakazivanje termina za određenog pacijenta</a:t>
            </a:r>
          </a:p>
          <a:p>
            <a:pPr marL="342900" indent="-342900">
              <a:buFont typeface="+mj-lt"/>
              <a:buAutoNum type="arabicPeriod"/>
            </a:pPr>
            <a:r>
              <a:rPr lang="sr-Latn-RS" sz="2400"/>
              <a:t>Zakazivanje termina za svakog pacijenta</a:t>
            </a:r>
          </a:p>
          <a:p>
            <a:pPr marL="342900" indent="-342900">
              <a:buFont typeface="+mj-lt"/>
              <a:buAutoNum type="arabicPeriod"/>
            </a:pPr>
            <a:r>
              <a:rPr lang="sr-Latn-RS" sz="2400"/>
              <a:t>Prikazivanje informacija o zdravstvenom sistemu</a:t>
            </a:r>
          </a:p>
          <a:p>
            <a:pPr marL="342900" indent="-342900">
              <a:buFont typeface="+mj-lt"/>
              <a:buAutoNum type="arabicPeriod"/>
            </a:pPr>
            <a:r>
              <a:rPr lang="sr-Latn-RS" sz="2400"/>
              <a:t>Izlaz iz programa</a:t>
            </a:r>
          </a:p>
        </p:txBody>
      </p:sp>
    </p:spTree>
    <p:extLst>
      <p:ext uri="{BB962C8B-B14F-4D97-AF65-F5344CB8AC3E}">
        <p14:creationId xmlns:p14="http://schemas.microsoft.com/office/powerpoint/2010/main" val="3919459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C7251-CB04-A1EB-B27B-18E6605F12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3" r="-2" b="-2"/>
          <a:stretch/>
        </p:blipFill>
        <p:spPr>
          <a:xfrm>
            <a:off x="1368026" y="643467"/>
            <a:ext cx="4801652" cy="541019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A7FAD-C2F3-18B1-12A0-17E9E91DC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4558" y="2638044"/>
            <a:ext cx="3363974" cy="3415622"/>
          </a:xfrm>
        </p:spPr>
        <p:txBody>
          <a:bodyPr>
            <a:normAutofit/>
          </a:bodyPr>
          <a:lstStyle/>
          <a:p>
            <a:r>
              <a:rPr lang="sr-Latn-RS">
                <a:solidFill>
                  <a:schemeClr val="bg1"/>
                </a:solidFill>
              </a:rPr>
              <a:t>Dodavanje pacijenata:</a:t>
            </a:r>
          </a:p>
          <a:p>
            <a:endParaRPr lang="sr-Latn-R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13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D4616-1D6D-084F-FCDB-97865CD11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1" y="964692"/>
            <a:ext cx="3707652" cy="4775335"/>
          </a:xfrm>
        </p:spPr>
        <p:txBody>
          <a:bodyPr>
            <a:normAutofit/>
          </a:bodyPr>
          <a:lstStyle/>
          <a:p>
            <a:r>
              <a:rPr lang="sr-Latn-RS"/>
              <a:t>Dodavanje doktora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42957A-4C40-F541-2628-EF807E918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1" y="1455278"/>
            <a:ext cx="5237272" cy="51182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F78613-8905-F5BB-0F4E-3B201F0C1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930" y="1455278"/>
            <a:ext cx="4747389" cy="511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2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1AD95-F168-C891-DD37-3AC58CB37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/>
          </a:bodyPr>
          <a:lstStyle/>
          <a:p>
            <a:r>
              <a:rPr lang="sr-Latn-RS">
                <a:solidFill>
                  <a:schemeClr val="bg1"/>
                </a:solidFill>
              </a:rPr>
              <a:t>Dodavanje leka</a:t>
            </a:r>
          </a:p>
          <a:p>
            <a:endParaRPr lang="sr-Latn-RS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AEC44-56A8-3119-E519-3BB8342226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83" b="1614"/>
          <a:stretch/>
        </p:blipFill>
        <p:spPr>
          <a:xfrm>
            <a:off x="6586096" y="643467"/>
            <a:ext cx="3674102" cy="54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4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388E7-4B53-A32A-95F8-D58989F5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25" y="314325"/>
            <a:ext cx="11572875" cy="6296025"/>
          </a:xfrm>
        </p:spPr>
        <p:txBody>
          <a:bodyPr/>
          <a:lstStyle/>
          <a:p>
            <a:r>
              <a:rPr lang="sr-Latn-RS"/>
              <a:t>Dodata su dva nova pacijenta radi sledeće opcije:</a:t>
            </a:r>
          </a:p>
          <a:p>
            <a:endParaRPr lang="sr-Latn-R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09ABE-8F01-6F64-54D6-D4C00CFE1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761861"/>
            <a:ext cx="4593234" cy="4486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A49D3A-864E-5FD3-1215-E5CA3EF6F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61861"/>
            <a:ext cx="4691063" cy="541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16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350AE-764F-5A44-1611-1A0E83E36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4558" y="2638044"/>
            <a:ext cx="3363974" cy="3415622"/>
          </a:xfrm>
        </p:spPr>
        <p:txBody>
          <a:bodyPr>
            <a:normAutofit/>
          </a:bodyPr>
          <a:lstStyle/>
          <a:p>
            <a:r>
              <a:rPr lang="sr-Latn-RS">
                <a:solidFill>
                  <a:schemeClr val="bg1"/>
                </a:solidFill>
              </a:rPr>
              <a:t>Zakazivanje termina za odredjenog pacijenta</a:t>
            </a:r>
          </a:p>
          <a:p>
            <a:endParaRPr lang="sr-Latn-RS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6BBE63-3B19-5BBA-6409-4A1A5CF4C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53227"/>
            <a:ext cx="3769359" cy="675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264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AC52B-82A0-4E47-B854-F47634D6D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40" y="142240"/>
            <a:ext cx="11795760" cy="6593840"/>
          </a:xfrm>
        </p:spPr>
        <p:txBody>
          <a:bodyPr/>
          <a:lstStyle/>
          <a:p>
            <a:r>
              <a:rPr lang="sr-Latn-RS"/>
              <a:t>Zakazivanje termina za sve pacijente u sistemu</a:t>
            </a:r>
          </a:p>
          <a:p>
            <a:endParaRPr lang="sr-Latn-R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4F6A30-AF92-931D-F29F-31FF67BB6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90" y="599440"/>
            <a:ext cx="3333110" cy="6126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32F56B-C70E-8D1C-4AD4-9B13CBE54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072" y="599440"/>
            <a:ext cx="3284505" cy="59822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1B0EE7-AA50-692E-4301-532D23390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963" y="599440"/>
            <a:ext cx="4469473" cy="598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61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E0F79-454C-94BD-38FB-10C1AA730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" y="182880"/>
            <a:ext cx="11826240" cy="6675120"/>
          </a:xfrm>
        </p:spPr>
        <p:txBody>
          <a:bodyPr/>
          <a:lstStyle/>
          <a:p>
            <a:r>
              <a:rPr lang="sr-Latn-RS"/>
              <a:t>Prikazivanje informacija o zdravstvenom sistemu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6DA19-603B-9F74-B7F1-AF9795DE7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006" y="528320"/>
            <a:ext cx="3183427" cy="614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A262F1-B84C-7C75-4E9A-3D25DB0CA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79" y="274320"/>
            <a:ext cx="301177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64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79E56-799E-0317-6596-915B07938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0" y="327017"/>
            <a:ext cx="11646789" cy="6321433"/>
          </a:xfrm>
        </p:spPr>
        <p:txBody>
          <a:bodyPr/>
          <a:lstStyle/>
          <a:p>
            <a:r>
              <a:rPr lang="sr-Latn-RS"/>
              <a:t>pacijentException:</a:t>
            </a:r>
          </a:p>
          <a:p>
            <a:pPr marL="0" indent="0">
              <a:buNone/>
            </a:pPr>
            <a:endParaRPr lang="sr-Latn-R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DB807-0A70-22E3-DA77-F5FBD03E9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85" y="719301"/>
            <a:ext cx="3033023" cy="3635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C164A2-1A4F-B20A-5983-9F8436721953}"/>
              </a:ext>
            </a:extLst>
          </p:cNvPr>
          <p:cNvSpPr txBox="1"/>
          <p:nvPr/>
        </p:nvSpPr>
        <p:spPr>
          <a:xfrm>
            <a:off x="5485895" y="961524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/>
              <a:t>doktorException: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87E346-1898-3EDD-0DF8-7CA69333F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878" y="1717801"/>
            <a:ext cx="5161517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45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4E6E98-1F42-61D7-E9A3-CF982995D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569" y="741234"/>
            <a:ext cx="3419475" cy="51757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991BA0-FE5E-3FE1-0C53-89C9E26B1996}"/>
              </a:ext>
            </a:extLst>
          </p:cNvPr>
          <p:cNvSpPr txBox="1"/>
          <p:nvPr/>
        </p:nvSpPr>
        <p:spPr>
          <a:xfrm>
            <a:off x="8391047" y="120134"/>
            <a:ext cx="152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/>
              <a:t>lekException: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8C7EBA-63F6-D558-548E-3DC05D0BC6BD}"/>
              </a:ext>
            </a:extLst>
          </p:cNvPr>
          <p:cNvSpPr txBox="1"/>
          <p:nvPr/>
        </p:nvSpPr>
        <p:spPr>
          <a:xfrm>
            <a:off x="585572" y="304800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/>
              <a:t>terminException: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43EE61-71DF-1E4C-15C2-F4C029572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48" y="876531"/>
            <a:ext cx="3399116" cy="37907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1F93E5-CF6C-6D26-CF4D-8C40056BD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173" y="1291467"/>
            <a:ext cx="2823354" cy="519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01101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1710</TotalTime>
  <Words>84</Words>
  <Application>Microsoft Office PowerPoint</Application>
  <PresentationFormat>Widescreen</PresentationFormat>
  <Paragraphs>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Parcel</vt:lpstr>
      <vt:lpstr>Digitalni medicinski karton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Vladimir Dumanovic</dc:creator>
  <cp:lastModifiedBy>Vladimir Dumanovic</cp:lastModifiedBy>
  <cp:revision>6</cp:revision>
  <dcterms:created xsi:type="dcterms:W3CDTF">2024-09-10T15:39:24Z</dcterms:created>
  <dcterms:modified xsi:type="dcterms:W3CDTF">2024-09-12T15:27:49Z</dcterms:modified>
</cp:coreProperties>
</file>